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04C"/>
    <a:srgbClr val="93C6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image" Target="../media/image6.jpg"/></Relationships>
</file>

<file path=ppt/diagrams/_rels/drawing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ABD371-7181-4157-AA32-7B76881C8776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</dgm:pt>
    <dgm:pt modelId="{3679A69C-82C1-43A9-B48C-A61D32DFBFEF}">
      <dgm:prSet phldrT="[Text]"/>
      <dgm:spPr/>
      <dgm:t>
        <a:bodyPr/>
        <a:lstStyle/>
        <a:p>
          <a:r>
            <a:rPr lang="en-US" dirty="0"/>
            <a:t>Air purifier </a:t>
          </a:r>
          <a:endParaRPr lang="en-IN" dirty="0"/>
        </a:p>
      </dgm:t>
    </dgm:pt>
    <dgm:pt modelId="{81E28F29-FD5C-4593-A4E1-6C80BF3BC402}" type="parTrans" cxnId="{4646EAE7-6B3C-46B6-912F-27DE43A1B46F}">
      <dgm:prSet/>
      <dgm:spPr/>
      <dgm:t>
        <a:bodyPr/>
        <a:lstStyle/>
        <a:p>
          <a:endParaRPr lang="en-IN"/>
        </a:p>
      </dgm:t>
    </dgm:pt>
    <dgm:pt modelId="{30BECA3C-5827-4594-B5D1-71761C178166}" type="sibTrans" cxnId="{4646EAE7-6B3C-46B6-912F-27DE43A1B46F}">
      <dgm:prSet/>
      <dgm:spPr/>
      <dgm:t>
        <a:bodyPr/>
        <a:lstStyle/>
        <a:p>
          <a:endParaRPr lang="en-IN"/>
        </a:p>
      </dgm:t>
    </dgm:pt>
    <dgm:pt modelId="{32B14F60-DB14-4EB9-95A1-A46DDFDC4649}">
      <dgm:prSet phldrT="[Text]"/>
      <dgm:spPr/>
      <dgm:t>
        <a:bodyPr/>
        <a:lstStyle/>
        <a:p>
          <a:r>
            <a:rPr lang="en-US" dirty="0"/>
            <a:t>Algae like chlorella, sprullina etc.</a:t>
          </a:r>
          <a:endParaRPr lang="en-IN" dirty="0"/>
        </a:p>
      </dgm:t>
    </dgm:pt>
    <dgm:pt modelId="{98D66A1A-E375-4A69-AF2A-0D3CC36CE96E}" type="parTrans" cxnId="{1AAFAC2D-886C-4499-A6AB-FDF4AD09EF71}">
      <dgm:prSet/>
      <dgm:spPr/>
      <dgm:t>
        <a:bodyPr/>
        <a:lstStyle/>
        <a:p>
          <a:endParaRPr lang="en-IN"/>
        </a:p>
      </dgm:t>
    </dgm:pt>
    <dgm:pt modelId="{311760D0-64E4-4606-B842-D1F95FD43531}" type="sibTrans" cxnId="{1AAFAC2D-886C-4499-A6AB-FDF4AD09EF71}">
      <dgm:prSet/>
      <dgm:spPr/>
      <dgm:t>
        <a:bodyPr/>
        <a:lstStyle/>
        <a:p>
          <a:endParaRPr lang="en-IN"/>
        </a:p>
      </dgm:t>
    </dgm:pt>
    <dgm:pt modelId="{745A5101-29FE-4AF8-865F-E57768D2B22A}" type="pres">
      <dgm:prSet presAssocID="{79ABD371-7181-4157-AA32-7B76881C8776}" presName="Name0" presStyleCnt="0">
        <dgm:presLayoutVars>
          <dgm:dir/>
          <dgm:resizeHandles val="exact"/>
        </dgm:presLayoutVars>
      </dgm:prSet>
      <dgm:spPr/>
    </dgm:pt>
    <dgm:pt modelId="{D0ADBD99-B248-4334-8172-BD4C42778340}" type="pres">
      <dgm:prSet presAssocID="{3679A69C-82C1-43A9-B48C-A61D32DFBFEF}" presName="composite" presStyleCnt="0"/>
      <dgm:spPr/>
    </dgm:pt>
    <dgm:pt modelId="{3DBF2C30-8991-4B39-81D5-841E01022E66}" type="pres">
      <dgm:prSet presAssocID="{3679A69C-82C1-43A9-B48C-A61D32DFBFEF}" presName="rect1" presStyleLbl="bgShp" presStyleIdx="0" presStyleCnt="2" custLinFactNeighborX="358"/>
      <dgm:spPr>
        <a:blipFill>
          <a:blip xmlns:r="http://schemas.openxmlformats.org/officeDocument/2006/relationships"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BAE6F91B-790D-4AD9-B779-DC162C8925E5}" type="pres">
      <dgm:prSet presAssocID="{3679A69C-82C1-43A9-B48C-A61D32DFBFEF}" presName="rect2" presStyleLbl="trBgShp" presStyleIdx="0" presStyleCnt="2" custLinFactNeighborX="-1450" custLinFactNeighborY="2918">
        <dgm:presLayoutVars>
          <dgm:bulletEnabled val="1"/>
        </dgm:presLayoutVars>
      </dgm:prSet>
      <dgm:spPr/>
    </dgm:pt>
    <dgm:pt modelId="{CE8C6F72-7676-4998-99A1-61A904E06ABC}" type="pres">
      <dgm:prSet presAssocID="{30BECA3C-5827-4594-B5D1-71761C178166}" presName="sibTrans" presStyleCnt="0"/>
      <dgm:spPr/>
    </dgm:pt>
    <dgm:pt modelId="{09E0DD33-A2C1-42F6-A75F-6106CE1283A1}" type="pres">
      <dgm:prSet presAssocID="{32B14F60-DB14-4EB9-95A1-A46DDFDC4649}" presName="composite" presStyleCnt="0"/>
      <dgm:spPr/>
    </dgm:pt>
    <dgm:pt modelId="{FB28F34C-434B-4085-844D-34FBA0385D0B}" type="pres">
      <dgm:prSet presAssocID="{32B14F60-DB14-4EB9-95A1-A46DDFDC4649}" presName="rect1" presStyleLbl="bgShp" presStyleIdx="1" presStyleCnt="2"/>
      <dgm:spPr>
        <a:blipFill>
          <a:blip xmlns:r="http://schemas.openxmlformats.org/officeDocument/2006/relationships"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</dgm:spPr>
      <dgm:extLst>
        <a:ext uri="{E40237B7-FDA0-4F09-8148-C483321AD2D9}">
          <dgm14:cNvPr xmlns:dgm14="http://schemas.microsoft.com/office/drawing/2010/diagram" id="0" name="" descr="Algae Water Stock Video Footage - 4K and HD Video Clips | Shutterstock">
            <a:extLst>
              <a:ext uri="{FF2B5EF4-FFF2-40B4-BE49-F238E27FC236}">
                <a16:creationId xmlns:a16="http://schemas.microsoft.com/office/drawing/2014/main" id="{BF557488-5ABB-0E69-1F32-BE890EA2CFF4}"/>
              </a:ext>
            </a:extLst>
          </dgm14:cNvPr>
        </a:ext>
      </dgm:extLst>
    </dgm:pt>
    <dgm:pt modelId="{7AAA3A42-D77D-4828-8CFD-B3D4C6F636AB}" type="pres">
      <dgm:prSet presAssocID="{32B14F60-DB14-4EB9-95A1-A46DDFDC4649}" presName="rect2" presStyleLbl="trBgShp" presStyleIdx="1" presStyleCnt="2">
        <dgm:presLayoutVars>
          <dgm:bulletEnabled val="1"/>
        </dgm:presLayoutVars>
      </dgm:prSet>
      <dgm:spPr/>
    </dgm:pt>
  </dgm:ptLst>
  <dgm:cxnLst>
    <dgm:cxn modelId="{1AAFAC2D-886C-4499-A6AB-FDF4AD09EF71}" srcId="{79ABD371-7181-4157-AA32-7B76881C8776}" destId="{32B14F60-DB14-4EB9-95A1-A46DDFDC4649}" srcOrd="1" destOrd="0" parTransId="{98D66A1A-E375-4A69-AF2A-0D3CC36CE96E}" sibTransId="{311760D0-64E4-4606-B842-D1F95FD43531}"/>
    <dgm:cxn modelId="{41FC4D35-C0E9-4558-A45B-986A31E7F274}" type="presOf" srcId="{79ABD371-7181-4157-AA32-7B76881C8776}" destId="{745A5101-29FE-4AF8-865F-E57768D2B22A}" srcOrd="0" destOrd="0" presId="urn:microsoft.com/office/officeart/2008/layout/BendingPictureSemiTransparentText"/>
    <dgm:cxn modelId="{386B8556-9018-49E0-9D33-77EA3A74DFBD}" type="presOf" srcId="{32B14F60-DB14-4EB9-95A1-A46DDFDC4649}" destId="{7AAA3A42-D77D-4828-8CFD-B3D4C6F636AB}" srcOrd="0" destOrd="0" presId="urn:microsoft.com/office/officeart/2008/layout/BendingPictureSemiTransparentText"/>
    <dgm:cxn modelId="{4646EAE7-6B3C-46B6-912F-27DE43A1B46F}" srcId="{79ABD371-7181-4157-AA32-7B76881C8776}" destId="{3679A69C-82C1-43A9-B48C-A61D32DFBFEF}" srcOrd="0" destOrd="0" parTransId="{81E28F29-FD5C-4593-A4E1-6C80BF3BC402}" sibTransId="{30BECA3C-5827-4594-B5D1-71761C178166}"/>
    <dgm:cxn modelId="{69FCC2EA-4B53-4028-9EC4-A20F0861EC48}" type="presOf" srcId="{3679A69C-82C1-43A9-B48C-A61D32DFBFEF}" destId="{BAE6F91B-790D-4AD9-B779-DC162C8925E5}" srcOrd="0" destOrd="0" presId="urn:microsoft.com/office/officeart/2008/layout/BendingPictureSemiTransparentText"/>
    <dgm:cxn modelId="{3006C359-D2D9-4373-894E-053F777F0298}" type="presParOf" srcId="{745A5101-29FE-4AF8-865F-E57768D2B22A}" destId="{D0ADBD99-B248-4334-8172-BD4C42778340}" srcOrd="0" destOrd="0" presId="urn:microsoft.com/office/officeart/2008/layout/BendingPictureSemiTransparentText"/>
    <dgm:cxn modelId="{7175044A-5487-49CD-BF3D-2527AC2442DE}" type="presParOf" srcId="{D0ADBD99-B248-4334-8172-BD4C42778340}" destId="{3DBF2C30-8991-4B39-81D5-841E01022E66}" srcOrd="0" destOrd="0" presId="urn:microsoft.com/office/officeart/2008/layout/BendingPictureSemiTransparentText"/>
    <dgm:cxn modelId="{72D28A1E-45EF-495F-8D31-2E24A4B97C24}" type="presParOf" srcId="{D0ADBD99-B248-4334-8172-BD4C42778340}" destId="{BAE6F91B-790D-4AD9-B779-DC162C8925E5}" srcOrd="1" destOrd="0" presId="urn:microsoft.com/office/officeart/2008/layout/BendingPictureSemiTransparentText"/>
    <dgm:cxn modelId="{C91B6F20-86F9-4056-A9C4-5D7DA4B94243}" type="presParOf" srcId="{745A5101-29FE-4AF8-865F-E57768D2B22A}" destId="{CE8C6F72-7676-4998-99A1-61A904E06ABC}" srcOrd="1" destOrd="0" presId="urn:microsoft.com/office/officeart/2008/layout/BendingPictureSemiTransparentText"/>
    <dgm:cxn modelId="{F503CB71-70F4-44DB-93A9-30337B4657A0}" type="presParOf" srcId="{745A5101-29FE-4AF8-865F-E57768D2B22A}" destId="{09E0DD33-A2C1-42F6-A75F-6106CE1283A1}" srcOrd="2" destOrd="0" presId="urn:microsoft.com/office/officeart/2008/layout/BendingPictureSemiTransparentText"/>
    <dgm:cxn modelId="{A0D4A674-2071-4C2A-A41D-648260B37D75}" type="presParOf" srcId="{09E0DD33-A2C1-42F6-A75F-6106CE1283A1}" destId="{FB28F34C-434B-4085-844D-34FBA0385D0B}" srcOrd="0" destOrd="0" presId="urn:microsoft.com/office/officeart/2008/layout/BendingPictureSemiTransparentText"/>
    <dgm:cxn modelId="{BF3A0618-A520-4F90-BFDB-30F69EA7385A}" type="presParOf" srcId="{09E0DD33-A2C1-42F6-A75F-6106CE1283A1}" destId="{7AAA3A42-D77D-4828-8CFD-B3D4C6F636AB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BF2C30-8991-4B39-81D5-841E01022E66}">
      <dsp:nvSpPr>
        <dsp:cNvPr id="0" name=""/>
        <dsp:cNvSpPr/>
      </dsp:nvSpPr>
      <dsp:spPr>
        <a:xfrm>
          <a:off x="1033523" y="0"/>
          <a:ext cx="4224470" cy="3620871"/>
        </a:xfrm>
        <a:prstGeom prst="rect">
          <a:avLst/>
        </a:prstGeom>
        <a:blipFill>
          <a:blip xmlns:r="http://schemas.openxmlformats.org/officeDocument/2006/relationships"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E6F91B-790D-4AD9-B779-DC162C8925E5}">
      <dsp:nvSpPr>
        <dsp:cNvPr id="0" name=""/>
        <dsp:cNvSpPr/>
      </dsp:nvSpPr>
      <dsp:spPr>
        <a:xfrm>
          <a:off x="957145" y="2559967"/>
          <a:ext cx="4224470" cy="869009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Air purifier </a:t>
          </a:r>
          <a:endParaRPr lang="en-IN" sz="2600" kern="1200" dirty="0"/>
        </a:p>
      </dsp:txBody>
      <dsp:txXfrm>
        <a:off x="957145" y="2559967"/>
        <a:ext cx="4224470" cy="869009"/>
      </dsp:txXfrm>
    </dsp:sp>
    <dsp:sp modelId="{FB28F34C-434B-4085-844D-34FBA0385D0B}">
      <dsp:nvSpPr>
        <dsp:cNvPr id="0" name=""/>
        <dsp:cNvSpPr/>
      </dsp:nvSpPr>
      <dsp:spPr>
        <a:xfrm>
          <a:off x="5673753" y="0"/>
          <a:ext cx="4224470" cy="3620871"/>
        </a:xfrm>
        <a:prstGeom prst="rect">
          <a:avLst/>
        </a:prstGeom>
        <a:blipFill>
          <a:blip xmlns:r="http://schemas.openxmlformats.org/officeDocument/2006/relationships"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A3A42-D77D-4828-8CFD-B3D4C6F636AB}">
      <dsp:nvSpPr>
        <dsp:cNvPr id="0" name=""/>
        <dsp:cNvSpPr/>
      </dsp:nvSpPr>
      <dsp:spPr>
        <a:xfrm>
          <a:off x="5673753" y="2534609"/>
          <a:ext cx="4224470" cy="869009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Algae like chlorella, sprullina etc.</a:t>
          </a:r>
          <a:endParaRPr lang="en-IN" sz="2600" kern="1200" dirty="0"/>
        </a:p>
      </dsp:txBody>
      <dsp:txXfrm>
        <a:off x="5673753" y="2534609"/>
        <a:ext cx="4224470" cy="869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474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63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10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949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41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05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007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031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54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49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72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6721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007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793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315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737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89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47AD367-FDED-4290-803E-106F23DEA77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E6DB8-6F17-459B-A688-22A03DB6FD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9930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BD84C-464C-D5A4-A0EC-81910DA10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4732005" cy="1432476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Micro-algae-based Air Purifier</a:t>
            </a:r>
            <a:endParaRPr lang="en-IN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2AE2A4A-8329-B31E-268A-3120529FF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915809"/>
              </p:ext>
            </p:extLst>
          </p:nvPr>
        </p:nvGraphicFramePr>
        <p:xfrm>
          <a:off x="646111" y="2858587"/>
          <a:ext cx="10916624" cy="362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F8F740-791C-1467-DD02-1BC10416CD6F}"/>
              </a:ext>
            </a:extLst>
          </p:cNvPr>
          <p:cNvSpPr txBox="1"/>
          <p:nvPr/>
        </p:nvSpPr>
        <p:spPr>
          <a:xfrm>
            <a:off x="5751871" y="105419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“Clean Air, Naturally Powered by Microalgae”</a:t>
            </a: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F8AD75-82C6-7EB4-9A33-4E1835BDB313}"/>
              </a:ext>
            </a:extLst>
          </p:cNvPr>
          <p:cNvCxnSpPr/>
          <p:nvPr/>
        </p:nvCxnSpPr>
        <p:spPr>
          <a:xfrm>
            <a:off x="5860024" y="4653192"/>
            <a:ext cx="5112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582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5FAF-DBE6-15A7-92ED-82E4B0FCE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72" y="108155"/>
            <a:ext cx="4321612" cy="658762"/>
          </a:xfrm>
        </p:spPr>
        <p:txBody>
          <a:bodyPr/>
          <a:lstStyle/>
          <a:p>
            <a:r>
              <a:rPr lang="en-IN" sz="36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Urban Air Crisis</a:t>
            </a:r>
            <a:endParaRPr lang="en-IN" sz="3600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5375D-D7CA-AEF0-0F04-6154F262D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535" y="972296"/>
            <a:ext cx="6828840" cy="526135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 Pollution: A Global Crisis:-</a:t>
            </a:r>
            <a:b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90% of the global population breathes polluted air.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pollution causes millions of premature deaths each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Urban areas have high levels of CO₂, particulate matter, and harmful gases.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pollution sources: traffic, industry, and deforestation.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air purifiers: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a lot of energy.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Rely on traditional filters.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chemical byproducts and physical waste.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Worsen environmental issues.</a:t>
            </a:r>
          </a:p>
          <a:p>
            <a:endParaRPr lang="en-IN" dirty="0"/>
          </a:p>
        </p:txBody>
      </p:sp>
      <p:pic>
        <p:nvPicPr>
          <p:cNvPr id="4" name="istockphoto-2116520213-640_adpp_is">
            <a:hlinkClick r:id="" action="ppaction://media"/>
            <a:extLst>
              <a:ext uri="{FF2B5EF4-FFF2-40B4-BE49-F238E27FC236}">
                <a16:creationId xmlns:a16="http://schemas.microsoft.com/office/drawing/2014/main" id="{90EBA145-51B0-82E6-5CEC-91F9B992C6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57884" y="1940782"/>
            <a:ext cx="4795478" cy="29261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9024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8C7E-CB65-D524-6128-10587B6ED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81" y="90435"/>
            <a:ext cx="8825658" cy="647508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Microalgae: Nature’s Solution to Clean Air</a:t>
            </a:r>
            <a:endParaRPr lang="en-IN" sz="3600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D2FDC1A-461A-FEFF-A447-83452A3690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5255" y="1028343"/>
            <a:ext cx="559365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Microalgae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Chlorella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Spirulina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absorb CO₂ and pollutants, and release oxygen via photosynthesis.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air purifiers, microalgae are grown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bioreactors or panels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polluted air is bubbled through.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setup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gas exchange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purification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technology is: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Self-regenerating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 operational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indoor and outdoor use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and scalable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air-cleaning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63455-9C51-BBA0-6C78-CD8BA83C9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418" y="662186"/>
            <a:ext cx="3460955" cy="492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43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F9FD-400A-337D-C548-102A1EEB3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15" y="111760"/>
            <a:ext cx="8825658" cy="581301"/>
          </a:xfrm>
        </p:spPr>
        <p:txBody>
          <a:bodyPr/>
          <a:lstStyle/>
          <a:p>
            <a:r>
              <a:rPr lang="en-IN" sz="4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and Real-World Impact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319D0D0-0302-EE4C-A46C-50EB138BE8C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4159" y="931110"/>
            <a:ext cx="6323267" cy="515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Eco-Friendly &amp; Sustainable:-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Algae purifiers (e.g.,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Chlorella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Spirulina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use      photosynthesis to absorb CO₂.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 low energy and produce minimal waste.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green solution for urban air purification.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Efficiency &amp; Low Maintenance:-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Chlorella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absorbs up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kg CO₂/m² annually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Bioreactors need only basic maintenance and minimal     intervention.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Proven Real-World Impact:-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pilots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Mexico 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Bangalore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Notable CO₂ and particulate matter reductions.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strong potential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urban-scale 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8DD5FF-DCC1-5394-380C-510695041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3" b="20211"/>
          <a:stretch/>
        </p:blipFill>
        <p:spPr>
          <a:xfrm>
            <a:off x="7760467" y="237316"/>
            <a:ext cx="2327012" cy="376120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906ADB79-3A16-7BB3-CF75-D2C15E4EFB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2" r="7396"/>
          <a:stretch/>
        </p:blipFill>
        <p:spPr bwMode="auto">
          <a:xfrm>
            <a:off x="8000998" y="4227049"/>
            <a:ext cx="3746837" cy="239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197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E7E5-7852-9FD7-F23E-DD6346B0A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02" y="192505"/>
            <a:ext cx="8825658" cy="1131813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App Development — Smart Control for Clean Air</a:t>
            </a:r>
            <a:endParaRPr lang="en-IN" sz="3600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788A4B-B7C4-8BBE-F81F-EE3E35B093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6022" y="1582340"/>
            <a:ext cx="876393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quality wheel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home screen</a:t>
            </a:r>
            <a:br>
              <a:rPr lang="en-US" altLang="en-US" sz="1800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Fan speed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scheduled day/night purifying modes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water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algae growth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CO₂ removed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O₂ produced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monthly tree-equivalent savings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Built-in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 Store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purchasing algae cultures, nutrients, etc.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 like: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"You saved the work of 10 trees this month!“</a:t>
            </a: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Educational videos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about how algae purification works</a:t>
            </a:r>
          </a:p>
        </p:txBody>
      </p:sp>
      <p:pic>
        <p:nvPicPr>
          <p:cNvPr id="1027" name="Picture 3" descr="Generated image">
            <a:extLst>
              <a:ext uri="{FF2B5EF4-FFF2-40B4-BE49-F238E27FC236}">
                <a16:creationId xmlns:a16="http://schemas.microsoft.com/office/drawing/2014/main" id="{C406B0C0-1F67-A004-F4D5-B5F9DAA017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0" r="10265"/>
          <a:stretch/>
        </p:blipFill>
        <p:spPr bwMode="auto">
          <a:xfrm>
            <a:off x="9095875" y="1324318"/>
            <a:ext cx="2671010" cy="498107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044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29EE-8FA2-D8F1-9E2B-FC1B26239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03" y="156410"/>
            <a:ext cx="8825658" cy="1348381"/>
          </a:xfrm>
        </p:spPr>
        <p:txBody>
          <a:bodyPr/>
          <a:lstStyle/>
          <a:p>
            <a:r>
              <a:rPr lang="en-IN" sz="4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Integration — Automation &amp; Accessibility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9F9D20-6EAA-C54F-DD77-A438E03BD0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3944" y="2034803"/>
            <a:ext cx="774908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assistant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with Alexa, Google Assistant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purification triggers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start purifier when PM2.5 &gt; 50)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commands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screen-reader compatibility</a:t>
            </a: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Simple, intuitive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design for elderly users and children</a:t>
            </a: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learns user preferences and automates usage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9BF85BE0-CDE7-23E7-3ED3-C6B0B479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1199991"/>
            <a:ext cx="609600" cy="60960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857263-AB47-A582-57C7-D3E346AA3A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61"/>
          <a:stretch/>
        </p:blipFill>
        <p:spPr>
          <a:xfrm>
            <a:off x="8720923" y="3080084"/>
            <a:ext cx="3207133" cy="30800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02389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F7968-2ECC-767D-093A-E633DEED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80" y="175992"/>
            <a:ext cx="6620962" cy="678250"/>
          </a:xfrm>
        </p:spPr>
        <p:txBody>
          <a:bodyPr/>
          <a:lstStyle/>
          <a:p>
            <a:r>
              <a:rPr lang="en-IN" sz="4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Stack &amp; Smart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A21464-8F3D-54CD-C1D6-1E836D91D7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259" y="1412810"/>
            <a:ext cx="838960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Flutter or React Native for cross-platform app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Node.js with Firebase or AWS Lambda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AWS IoT Core for real-time sync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Engine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TensorFlow Lite or OpenAI API for voice automation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Arduino or Raspberry Pi with PM2.5, CO₂, humidity sensors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Charts and dashboards for user insights</a:t>
            </a:r>
          </a:p>
        </p:txBody>
      </p:sp>
      <p:pic>
        <p:nvPicPr>
          <p:cNvPr id="4099" name="Picture 3" descr="Generated image">
            <a:extLst>
              <a:ext uri="{FF2B5EF4-FFF2-40B4-BE49-F238E27FC236}">
                <a16:creationId xmlns:a16="http://schemas.microsoft.com/office/drawing/2014/main" id="{94B5E135-5291-F15A-2AC0-51EE5AD0E6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0" t="15789" r="10780" b="15438"/>
          <a:stretch/>
        </p:blipFill>
        <p:spPr bwMode="auto">
          <a:xfrm>
            <a:off x="7544056" y="1412810"/>
            <a:ext cx="3729534" cy="222185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32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13BA-5843-B687-4F8B-7365FB11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402" y="2260736"/>
            <a:ext cx="6939253" cy="669500"/>
          </a:xfrm>
        </p:spPr>
        <p:txBody>
          <a:bodyPr/>
          <a:lstStyle/>
          <a:p>
            <a:r>
              <a:rPr lang="en-US" sz="6000" dirty="0"/>
              <a:t>Thank you !!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324263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296</TotalTime>
  <Words>488</Words>
  <Application>Microsoft Office PowerPoint</Application>
  <PresentationFormat>Widescreen</PresentationFormat>
  <Paragraphs>77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3</vt:lpstr>
      <vt:lpstr>Ion</vt:lpstr>
      <vt:lpstr>Micro-algae-based Air Purifier</vt:lpstr>
      <vt:lpstr>The Urban Air Crisis</vt:lpstr>
      <vt:lpstr>Microalgae: Nature’s Solution to Clean Air</vt:lpstr>
      <vt:lpstr>Benefits and Real-World Impact</vt:lpstr>
      <vt:lpstr>Mobile App Development — Smart Control for Clean Air</vt:lpstr>
      <vt:lpstr>AI Integration — Automation &amp; Accessibility</vt:lpstr>
      <vt:lpstr>Tech Stack &amp; Smart System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Vibhor Dev</dc:creator>
  <cp:lastModifiedBy>Vibhor Dev</cp:lastModifiedBy>
  <cp:revision>8</cp:revision>
  <dcterms:created xsi:type="dcterms:W3CDTF">2025-05-28T08:38:57Z</dcterms:created>
  <dcterms:modified xsi:type="dcterms:W3CDTF">2025-05-28T20:47:09Z</dcterms:modified>
</cp:coreProperties>
</file>